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Opened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W40</c:v>
                </c:pt>
                <c:pt idx="1">
                  <c:v>W41</c:v>
                </c:pt>
                <c:pt idx="2">
                  <c:v>W42</c:v>
                </c:pt>
                <c:pt idx="3">
                  <c:v>W43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120.0</c:v>
                </c:pt>
                <c:pt idx="1">
                  <c:v>135.0</c:v>
                </c:pt>
                <c:pt idx="2">
                  <c:v>110.0</c:v>
                </c:pt>
                <c:pt idx="3">
                  <c:v>98.0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Closed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W40</c:v>
                </c:pt>
                <c:pt idx="1">
                  <c:v>W41</c:v>
                </c:pt>
                <c:pt idx="2">
                  <c:v>W42</c:v>
                </c:pt>
                <c:pt idx="3">
                  <c:v>W43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115.0</c:v>
                </c:pt>
                <c:pt idx="1">
                  <c:v>140.0</c:v>
                </c:pt>
                <c:pt idx="2">
                  <c:v>125.0</c:v>
                </c:pt>
                <c:pt idx="3">
                  <c:v>112.0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p95 ms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210.0</c:v>
                </c:pt>
                <c:pt idx="1">
                  <c:v>190.0</c:v>
                </c:pt>
                <c:pt idx="2">
                  <c:v>240.0</c:v>
                </c:pt>
                <c:pt idx="3">
                  <c:v>180.0</c:v>
                </c:pt>
                <c:pt idx="4">
                  <c:v>175.0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the DB failover test on Thursday.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5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7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7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7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9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4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45720"/>
          </a:xfrm>
          <a:prstGeom prst="rect">
            <a:avLst/>
          </a:prstGeom>
          <a:solidFill>
            <a:srgbClr val="1F9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t>Ops Weekly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Week 43 · auto-generated draft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Uptime 99.97% across all services</a:t>
            </a:r>
          </a:p>
          <a:p>
            <a:pPr/>
            <a:r>
              <a:rPr b="1"/>
              <a:t>Ticket backlog down 18%</a:t>
            </a:r>
          </a:p>
          <a:p>
            <a:pPr lvl="1"/>
            <a:r>
              <a:t>Tier 1: 42 → 31</a:t>
            </a:r>
          </a:p>
          <a:p>
            <a:pPr lvl="1"/>
            <a:r>
              <a:t>Tier 2: 17 → 15</a:t>
            </a:r>
          </a:p>
          <a:p>
            <a:pPr/>
            <a:r>
              <a:t>Two incidents, both resolved &lt; 1h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Dashboard snapshot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7888" y="1600200"/>
            <a:ext cx="7395916" cy="416020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584" y="5806122"/>
            <a:ext cx="1097252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/>
              <a:t>Service health, last 7 days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Bullets beside an image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84" y="1600200"/>
            <a:ext cx="5349102" cy="4525963"/>
          </a:xfrm>
        </p:spPr>
        <p:txBody>
          <a:bodyPr/>
          <a:lstStyle/>
          <a:p>
            <a:pPr/>
            <a:r>
              <a:t>Text on the left, image on the right</a:t>
            </a:r>
          </a:p>
          <a:p>
            <a:pPr/>
            <a:r>
              <a:t>Happens automatically when the layout has one content area</a:t>
            </a:r>
          </a:p>
          <a:p>
            <a:pPr/>
            <a:r>
              <a:t>Set graphic_side: left to flip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006" y="2080147"/>
            <a:ext cx="5349102" cy="356606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Site photos (grid)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01" y="1999025"/>
            <a:ext cx="3454310" cy="34543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01" y="5499055"/>
            <a:ext cx="34543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/>
              <a:t>Site A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8691" y="2574743"/>
            <a:ext cx="3454310" cy="230287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68691" y="4923336"/>
            <a:ext cx="34543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/>
              <a:t>Site B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0367" y="1508760"/>
            <a:ext cx="3225338" cy="4434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05881" y="5989320"/>
            <a:ext cx="345431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/>
              <a:t>Site 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Image passed as base64 (cover fit)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rcRect t="8752" b="8752"/>
          <a:stretch>
            <a:fillRect/>
          </a:stretch>
        </p:blipFill>
        <p:spPr>
          <a:xfrm>
            <a:off x="609584" y="1600200"/>
            <a:ext cx="10972525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Ticket volume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09584" y="1600200"/>
          <a:ext cx="10972525" cy="4525963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Chart + table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09584" y="1600200"/>
          <a:ext cx="5384665" cy="4525963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197445" y="1600200"/>
          <a:ext cx="5384665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4888"/>
                <a:gridCol w="1794888"/>
                <a:gridCol w="1794889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Uptime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Incidents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99.99%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99.95%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Batch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99.90%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Picture placeholder</a:t>
            </a:r>
          </a:p>
        </p:txBody>
      </p:sp>
      <p:pic>
        <p:nvPicPr>
          <p:cNvPr id="3" name="Picture Placeholder 2" descr="image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21874" b="21874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>
            <a:pPr/>
            <a:r>
              <a:t>Fills the template's own picture placeholder.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Ops Weekly Review</dc:title>
  <dc:subject/>
  <dc:creator>deckgen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